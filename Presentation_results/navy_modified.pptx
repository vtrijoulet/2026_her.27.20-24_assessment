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notesMasterIdLst>
    <p:notesMasterId r:id="rId6"/>
  </p:notesMasterIdLst>
  <p:sldIdLst>
    <p:sldId id="260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1748"/>
    <a:srgbClr val="3333FF"/>
    <a:srgbClr val="2F84E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6837" autoAdjust="0"/>
  </p:normalViewPr>
  <p:slideViewPr>
    <p:cSldViewPr snapToGrid="0">
      <p:cViewPr varScale="1">
        <p:scale>
          <a:sx n="109" d="100"/>
          <a:sy n="109" d="100"/>
        </p:scale>
        <p:origin x="414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5E6B7D-BF1A-4C65-B2FC-50ABD5CF14BB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E00305-CB67-4EBD-A101-F0E124A6C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770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mailto:vtri@aqua.dtu.dk" TargetMode="External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vanessatrijoulet.wordpress.com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1717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8061" y="1014174"/>
            <a:ext cx="10742762" cy="3043476"/>
          </a:xfrm>
        </p:spPr>
        <p:txBody>
          <a:bodyPr anchor="t">
            <a:norm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8061" y="4318239"/>
            <a:ext cx="10742762" cy="571383"/>
          </a:xfrm>
        </p:spPr>
        <p:txBody>
          <a:bodyPr>
            <a:normAutofit/>
          </a:bodyPr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541200"/>
            <a:ext cx="2743200" cy="3010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9DB0E0C-DAA0-48FA-9B2A-2FE190AE7CFE}" type="datetime3">
              <a:rPr lang="en-US" smtClean="0"/>
              <a:t>14 March 2025</a:t>
            </a:fld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541200"/>
            <a:ext cx="4114800" cy="3010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DTU Aqua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64F"/>
              </a:clrFrom>
              <a:clrTo>
                <a:srgbClr val="00064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82"/>
          <a:stretch/>
        </p:blipFill>
        <p:spPr>
          <a:xfrm>
            <a:off x="69011" y="48852"/>
            <a:ext cx="820947" cy="1005840"/>
          </a:xfrm>
          <a:prstGeom prst="rect">
            <a:avLst/>
          </a:prstGeom>
          <a:ln w="57150">
            <a:noFill/>
          </a:ln>
        </p:spPr>
      </p:pic>
      <p:sp>
        <p:nvSpPr>
          <p:cNvPr id="13" name="Subtitle 2"/>
          <p:cNvSpPr txBox="1">
            <a:spLocks/>
          </p:cNvSpPr>
          <p:nvPr userDrawn="1"/>
        </p:nvSpPr>
        <p:spPr>
          <a:xfrm>
            <a:off x="368061" y="5150211"/>
            <a:ext cx="10742762" cy="11343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rgbClr val="17174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rgbClr val="17174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17174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kern="1200">
                <a:solidFill>
                  <a:srgbClr val="17174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600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368300" y="5149850"/>
            <a:ext cx="10742613" cy="946150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215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541200"/>
            <a:ext cx="2743200" cy="3010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F05D524-E9FD-4629-B411-72C1BB956E1E}" type="datetime3">
              <a:rPr lang="en-US" smtClean="0"/>
              <a:t>14 March 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541200"/>
            <a:ext cx="4114800" cy="3010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DTU Aqua</a:t>
            </a:r>
          </a:p>
        </p:txBody>
      </p:sp>
      <p:sp>
        <p:nvSpPr>
          <p:cNvPr id="23" name="Table Placeholder 22"/>
          <p:cNvSpPr>
            <a:spLocks noGrp="1"/>
          </p:cNvSpPr>
          <p:nvPr>
            <p:ph type="tbl" sz="quarter" idx="13"/>
          </p:nvPr>
        </p:nvSpPr>
        <p:spPr>
          <a:xfrm>
            <a:off x="0" y="-118542"/>
            <a:ext cx="12192000" cy="340965"/>
          </a:xfrm>
          <a:solidFill>
            <a:srgbClr val="171748"/>
          </a:solidFill>
        </p:spPr>
        <p:txBody>
          <a:bodyPr anchor="b">
            <a:norm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917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541200"/>
            <a:ext cx="2743200" cy="3010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928371A-35F7-4E15-B19E-9078D4A2F362}" type="datetime3">
              <a:rPr lang="en-US" smtClean="0"/>
              <a:t>14 March 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541200"/>
            <a:ext cx="4114800" cy="3010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DTU Aqua</a:t>
            </a:r>
          </a:p>
        </p:txBody>
      </p:sp>
      <p:sp>
        <p:nvSpPr>
          <p:cNvPr id="13" name="Table Placeholder 22"/>
          <p:cNvSpPr>
            <a:spLocks noGrp="1"/>
          </p:cNvSpPr>
          <p:nvPr>
            <p:ph type="tbl" sz="quarter" idx="13"/>
          </p:nvPr>
        </p:nvSpPr>
        <p:spPr>
          <a:xfrm>
            <a:off x="0" y="-118542"/>
            <a:ext cx="12192000" cy="340965"/>
          </a:xfrm>
          <a:solidFill>
            <a:srgbClr val="171748"/>
          </a:solidFill>
        </p:spPr>
        <p:txBody>
          <a:bodyPr anchor="b">
            <a:norm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465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199" y="1123951"/>
            <a:ext cx="10515599" cy="313696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196" y="4415658"/>
            <a:ext cx="10515601" cy="1913926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3"/>
          </p:nvPr>
        </p:nvSpPr>
        <p:spPr>
          <a:xfrm>
            <a:off x="838200" y="6541200"/>
            <a:ext cx="2743200" cy="3010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A3C19C4-0F87-43EF-B226-41EEA4CE204C}" type="datetime3">
              <a:rPr lang="en-US" smtClean="0"/>
              <a:t>14 March 2025</a:t>
            </a:fld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541200"/>
            <a:ext cx="4114800" cy="3010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DTU Aqua</a:t>
            </a:r>
          </a:p>
        </p:txBody>
      </p:sp>
      <p:sp>
        <p:nvSpPr>
          <p:cNvPr id="10" name="Table Placeholder 22"/>
          <p:cNvSpPr>
            <a:spLocks noGrp="1"/>
          </p:cNvSpPr>
          <p:nvPr>
            <p:ph type="tbl" sz="quarter" idx="14"/>
          </p:nvPr>
        </p:nvSpPr>
        <p:spPr>
          <a:xfrm>
            <a:off x="0" y="-118542"/>
            <a:ext cx="12192000" cy="340965"/>
          </a:xfrm>
          <a:solidFill>
            <a:srgbClr val="171748"/>
          </a:solidFill>
        </p:spPr>
        <p:txBody>
          <a:bodyPr anchor="b">
            <a:norm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256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3"/>
          </p:nvPr>
        </p:nvSpPr>
        <p:spPr>
          <a:xfrm>
            <a:off x="838200" y="6541200"/>
            <a:ext cx="2743200" cy="3010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AFF8895-E825-45A2-A643-8340A3E42B4D}" type="datetime3">
              <a:rPr lang="en-US" smtClean="0"/>
              <a:t>14 March 2025</a:t>
            </a:fld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4038600" y="6541200"/>
            <a:ext cx="4114800" cy="3010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DTU Aqua</a:t>
            </a:r>
          </a:p>
        </p:txBody>
      </p:sp>
      <p:sp>
        <p:nvSpPr>
          <p:cNvPr id="12" name="Table Placeholder 22"/>
          <p:cNvSpPr>
            <a:spLocks noGrp="1"/>
          </p:cNvSpPr>
          <p:nvPr>
            <p:ph type="tbl" sz="quarter" idx="15"/>
          </p:nvPr>
        </p:nvSpPr>
        <p:spPr>
          <a:xfrm>
            <a:off x="0" y="-118542"/>
            <a:ext cx="12192000" cy="340965"/>
          </a:xfrm>
          <a:solidFill>
            <a:srgbClr val="171748"/>
          </a:solidFill>
        </p:spPr>
        <p:txBody>
          <a:bodyPr anchor="b">
            <a:norm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732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541200"/>
            <a:ext cx="2743200" cy="3010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63628D3-E0A2-4074-95D5-35794D8A9A94}" type="datetime3">
              <a:rPr lang="en-US" smtClean="0"/>
              <a:t>14 March 2025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541200"/>
            <a:ext cx="4114800" cy="3010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DTU Aqua</a:t>
            </a:r>
          </a:p>
        </p:txBody>
      </p:sp>
      <p:sp>
        <p:nvSpPr>
          <p:cNvPr id="8" name="Table Placeholder 22"/>
          <p:cNvSpPr>
            <a:spLocks noGrp="1"/>
          </p:cNvSpPr>
          <p:nvPr>
            <p:ph type="tbl" sz="quarter" idx="13"/>
          </p:nvPr>
        </p:nvSpPr>
        <p:spPr>
          <a:xfrm>
            <a:off x="0" y="-118542"/>
            <a:ext cx="12192000" cy="340965"/>
          </a:xfrm>
          <a:solidFill>
            <a:srgbClr val="171748"/>
          </a:solidFill>
        </p:spPr>
        <p:txBody>
          <a:bodyPr anchor="b">
            <a:norm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895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541200"/>
            <a:ext cx="2743200" cy="3010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F4D2CF8-9D90-46D3-9FDD-A90507052DC8}" type="datetime3">
              <a:rPr lang="en-US" smtClean="0"/>
              <a:t>14 March 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541200"/>
            <a:ext cx="4114800" cy="3010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DTU Aqua</a:t>
            </a:r>
          </a:p>
        </p:txBody>
      </p:sp>
      <p:sp>
        <p:nvSpPr>
          <p:cNvPr id="7" name="Table Placeholder 22"/>
          <p:cNvSpPr>
            <a:spLocks noGrp="1"/>
          </p:cNvSpPr>
          <p:nvPr>
            <p:ph type="tbl" sz="quarter" idx="13"/>
          </p:nvPr>
        </p:nvSpPr>
        <p:spPr>
          <a:xfrm>
            <a:off x="0" y="-118542"/>
            <a:ext cx="12192000" cy="340965"/>
          </a:xfrm>
          <a:solidFill>
            <a:srgbClr val="171748"/>
          </a:solidFill>
        </p:spPr>
        <p:txBody>
          <a:bodyPr anchor="b">
            <a:norm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475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3"/>
          </p:nvPr>
        </p:nvSpPr>
        <p:spPr>
          <a:xfrm>
            <a:off x="838200" y="6541200"/>
            <a:ext cx="2743200" cy="3010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76B5A2B-648C-43B7-90BD-1C35BF882E55}" type="datetime3">
              <a:rPr lang="en-US" smtClean="0"/>
              <a:t>14 March 2025</a:t>
            </a:fld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541200"/>
            <a:ext cx="4114800" cy="3010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DTU Aqua</a:t>
            </a:r>
          </a:p>
        </p:txBody>
      </p:sp>
    </p:spTree>
    <p:extLst>
      <p:ext uri="{BB962C8B-B14F-4D97-AF65-F5344CB8AC3E}">
        <p14:creationId xmlns:p14="http://schemas.microsoft.com/office/powerpoint/2010/main" val="869118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3"/>
          </p:nvPr>
        </p:nvSpPr>
        <p:spPr>
          <a:xfrm>
            <a:off x="838200" y="6541200"/>
            <a:ext cx="2743200" cy="3010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7343F8-5AF9-4092-A5DF-A23E7B35A639}" type="datetime3">
              <a:rPr lang="en-US" smtClean="0"/>
              <a:t>14 March 2025</a:t>
            </a:fld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541200"/>
            <a:ext cx="4114800" cy="3010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DTU Aqua</a:t>
            </a:r>
          </a:p>
        </p:txBody>
      </p:sp>
    </p:spTree>
    <p:extLst>
      <p:ext uri="{BB962C8B-B14F-4D97-AF65-F5344CB8AC3E}">
        <p14:creationId xmlns:p14="http://schemas.microsoft.com/office/powerpoint/2010/main" val="787459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541200"/>
            <a:ext cx="2743200" cy="3010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2A4076D-ED63-42A7-AB2F-D96269E72D7F}" type="datetime3">
              <a:rPr lang="en-US" smtClean="0"/>
              <a:t>14 March 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541200"/>
            <a:ext cx="4114800" cy="3010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DTU Aqua</a:t>
            </a:r>
          </a:p>
        </p:txBody>
      </p:sp>
    </p:spTree>
    <p:extLst>
      <p:ext uri="{BB962C8B-B14F-4D97-AF65-F5344CB8AC3E}">
        <p14:creationId xmlns:p14="http://schemas.microsoft.com/office/powerpoint/2010/main" val="969151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541200"/>
            <a:ext cx="2743200" cy="3010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6E3E238-B378-4218-A1E7-E62AFAEAA73E}" type="datetime3">
              <a:rPr lang="en-US" smtClean="0"/>
              <a:t>14 March 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541200"/>
            <a:ext cx="4114800" cy="3010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DTU Aqua</a:t>
            </a:r>
          </a:p>
        </p:txBody>
      </p:sp>
    </p:spTree>
    <p:extLst>
      <p:ext uri="{BB962C8B-B14F-4D97-AF65-F5344CB8AC3E}">
        <p14:creationId xmlns:p14="http://schemas.microsoft.com/office/powerpoint/2010/main" val="3576704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Layout">
    <p:bg>
      <p:bgPr>
        <a:solidFill>
          <a:srgbClr val="1717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 baseline="0">
                <a:ln>
                  <a:solidFill>
                    <a:srgbClr val="3333FF"/>
                  </a:solidFill>
                </a:ln>
                <a:solidFill>
                  <a:srgbClr val="2F84E1"/>
                </a:solidFill>
              </a:defRPr>
            </a:lvl1pPr>
          </a:lstStyle>
          <a:p>
            <a:r>
              <a:rPr lang="en-US" dirty="0"/>
              <a:t>Thank you for your attention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64F"/>
              </a:clrFrom>
              <a:clrTo>
                <a:srgbClr val="00064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82"/>
          <a:stretch/>
        </p:blipFill>
        <p:spPr>
          <a:xfrm>
            <a:off x="69011" y="48852"/>
            <a:ext cx="820947" cy="1005840"/>
          </a:xfrm>
          <a:prstGeom prst="rect">
            <a:avLst/>
          </a:prstGeom>
          <a:ln w="57150">
            <a:noFill/>
          </a:ln>
        </p:spPr>
      </p:pic>
      <p:grpSp>
        <p:nvGrpSpPr>
          <p:cNvPr id="7" name="Group 6"/>
          <p:cNvGrpSpPr/>
          <p:nvPr userDrawn="1"/>
        </p:nvGrpSpPr>
        <p:grpSpPr>
          <a:xfrm>
            <a:off x="4349974" y="3961461"/>
            <a:ext cx="6984776" cy="2964914"/>
            <a:chOff x="4737974" y="3355439"/>
            <a:chExt cx="6984776" cy="2964914"/>
          </a:xfrm>
        </p:grpSpPr>
        <p:sp>
          <p:nvSpPr>
            <p:cNvPr id="8" name="TextBox 7"/>
            <p:cNvSpPr txBox="1"/>
            <p:nvPr/>
          </p:nvSpPr>
          <p:spPr>
            <a:xfrm>
              <a:off x="4737974" y="3355439"/>
              <a:ext cx="6984776" cy="296491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 defTabSz="457200" fontAlgn="auto">
                <a:spcBef>
                  <a:spcPts val="432"/>
                </a:spcBef>
                <a:spcAft>
                  <a:spcPts val="0"/>
                </a:spcAft>
              </a:pPr>
              <a:r>
                <a:rPr lang="en-US" sz="2000" b="1" u="sng" dirty="0">
                  <a:solidFill>
                    <a:srgbClr val="3399FF"/>
                  </a:solidFill>
                  <a:latin typeface="+mn-lt"/>
                  <a:ea typeface="+mn-ea"/>
                </a:rPr>
                <a:t>Contact information</a:t>
              </a:r>
            </a:p>
            <a:p>
              <a:pPr algn="r" defTabSz="457200" fontAlgn="auto">
                <a:spcBef>
                  <a:spcPts val="432"/>
                </a:spcBef>
                <a:spcAft>
                  <a:spcPts val="0"/>
                </a:spcAft>
              </a:pPr>
              <a:r>
                <a:rPr lang="en-US" sz="1800" dirty="0">
                  <a:solidFill>
                    <a:schemeClr val="bg1"/>
                  </a:solidFill>
                  <a:latin typeface="+mn-lt"/>
                  <a:ea typeface="+mn-ea"/>
                </a:rPr>
                <a:t>Vanessa Trijoulet</a:t>
              </a:r>
            </a:p>
            <a:p>
              <a:pPr algn="r" defTabSz="457200" fontAlgn="auto">
                <a:spcBef>
                  <a:spcPts val="432"/>
                </a:spcBef>
                <a:spcAft>
                  <a:spcPts val="0"/>
                </a:spcAft>
              </a:pPr>
              <a:r>
                <a:rPr lang="en-US" sz="1800" dirty="0">
                  <a:latin typeface="+mn-lt"/>
                  <a:ea typeface="+mn-ea"/>
                  <a:hlinkClick r:id="rId3"/>
                </a:rPr>
                <a:t>vtri@aqua.dtu.dk</a:t>
              </a:r>
              <a:endParaRPr lang="en-US" sz="1800" dirty="0">
                <a:latin typeface="+mn-lt"/>
                <a:ea typeface="+mn-ea"/>
              </a:endParaRPr>
            </a:p>
            <a:p>
              <a:pPr algn="r" defTabSz="457200" fontAlgn="auto">
                <a:spcBef>
                  <a:spcPts val="432"/>
                </a:spcBef>
                <a:spcAft>
                  <a:spcPts val="0"/>
                </a:spcAft>
              </a:pPr>
              <a:r>
                <a:rPr lang="en-US" sz="1800" dirty="0">
                  <a:latin typeface="+mn-lt"/>
                  <a:ea typeface="+mn-ea"/>
                  <a:hlinkClick r:id="rId4"/>
                </a:rPr>
                <a:t>https://vanessatrijoulet.wordpress.com</a:t>
              </a:r>
              <a:endParaRPr lang="en-US" sz="1800" dirty="0">
                <a:latin typeface="+mn-lt"/>
                <a:ea typeface="+mn-ea"/>
              </a:endParaRPr>
            </a:p>
            <a:p>
              <a:pPr algn="r" defTabSz="457200" fontAlgn="auto">
                <a:spcBef>
                  <a:spcPts val="432"/>
                </a:spcBef>
                <a:spcAft>
                  <a:spcPts val="0"/>
                </a:spcAft>
              </a:pPr>
              <a:r>
                <a:rPr lang="en-US" sz="1800" dirty="0" err="1">
                  <a:solidFill>
                    <a:schemeClr val="bg1"/>
                  </a:solidFill>
                  <a:latin typeface="+mn-lt"/>
                  <a:ea typeface="+mn-ea"/>
                </a:rPr>
                <a:t>vtrijoulet</a:t>
              </a:r>
              <a:endParaRPr lang="en-US" sz="1800" dirty="0">
                <a:solidFill>
                  <a:schemeClr val="bg1"/>
                </a:solidFill>
                <a:latin typeface="+mn-lt"/>
                <a:ea typeface="+mn-ea"/>
              </a:endParaRPr>
            </a:p>
            <a:p>
              <a:pPr algn="r" defTabSz="457200" fontAlgn="auto">
                <a:spcBef>
                  <a:spcPts val="432"/>
                </a:spcBef>
                <a:spcAft>
                  <a:spcPts val="0"/>
                </a:spcAft>
              </a:pPr>
              <a:r>
                <a:rPr lang="en-US" sz="1800" dirty="0">
                  <a:solidFill>
                    <a:schemeClr val="bg1"/>
                  </a:solidFill>
                  <a:latin typeface="+mn-lt"/>
                  <a:ea typeface="+mn-ea"/>
                </a:rPr>
                <a:t>DTU Aqua, Danish Technical University</a:t>
              </a:r>
            </a:p>
            <a:p>
              <a:pPr algn="r" defTabSz="457200" fontAlgn="auto">
                <a:spcBef>
                  <a:spcPts val="432"/>
                </a:spcBef>
                <a:spcAft>
                  <a:spcPts val="0"/>
                </a:spcAft>
              </a:pPr>
              <a:r>
                <a:rPr lang="en-US" sz="1800" dirty="0">
                  <a:solidFill>
                    <a:schemeClr val="bg1"/>
                  </a:solidFill>
                  <a:latin typeface="+mn-lt"/>
                  <a:ea typeface="+mn-ea"/>
                </a:rPr>
                <a:t>National Institute of Aquatic Resources</a:t>
              </a:r>
            </a:p>
            <a:p>
              <a:pPr algn="r" defTabSz="457200" fontAlgn="auto">
                <a:spcBef>
                  <a:spcPts val="432"/>
                </a:spcBef>
                <a:spcAft>
                  <a:spcPts val="0"/>
                </a:spcAft>
              </a:pPr>
              <a:r>
                <a:rPr lang="en-US" sz="1800" dirty="0">
                  <a:solidFill>
                    <a:schemeClr val="bg1"/>
                  </a:solidFill>
                  <a:latin typeface="+mn-lt"/>
                  <a:ea typeface="+mn-ea"/>
                </a:rPr>
                <a:t>2800 Kgs. </a:t>
              </a:r>
              <a:r>
                <a:rPr lang="en-US" sz="1800" dirty="0" err="1">
                  <a:solidFill>
                    <a:schemeClr val="bg1"/>
                  </a:solidFill>
                  <a:latin typeface="+mn-lt"/>
                  <a:ea typeface="+mn-ea"/>
                </a:rPr>
                <a:t>Lyngby</a:t>
              </a:r>
              <a:r>
                <a:rPr lang="en-US" sz="1800" dirty="0">
                  <a:solidFill>
                    <a:schemeClr val="bg1"/>
                  </a:solidFill>
                  <a:latin typeface="+mn-lt"/>
                  <a:ea typeface="+mn-ea"/>
                </a:rPr>
                <a:t>, Denmark</a:t>
              </a:r>
            </a:p>
            <a:p>
              <a:pPr algn="r" defTabSz="457200" fontAlgn="auto">
                <a:spcBef>
                  <a:spcPts val="432"/>
                </a:spcBef>
                <a:spcAft>
                  <a:spcPts val="0"/>
                </a:spcAft>
              </a:pPr>
              <a:endParaRPr lang="en-US" sz="2000" dirty="0" err="1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pic>
          <p:nvPicPr>
            <p:cNvPr id="9" name="Picture 8" descr="http://www.researchgate.net/apple-touch-icon-180x180.png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95843" y="5311448"/>
              <a:ext cx="611084" cy="6110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6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95843" y="5010261"/>
              <a:ext cx="910631" cy="247236"/>
            </a:xfrm>
            <a:prstGeom prst="rect">
              <a:avLst/>
            </a:prstGeom>
          </p:spPr>
        </p:pic>
        <p:pic>
          <p:nvPicPr>
            <p:cNvPr id="11" name="Picture 2" descr="Image result for github logo"/>
            <p:cNvPicPr>
              <a:picLocks noChangeAspect="1" noChangeArrowheads="1"/>
            </p:cNvPicPr>
            <p:nvPr/>
          </p:nvPicPr>
          <p:blipFill>
            <a:blip r:embed="rId7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56283" y="4647885"/>
              <a:ext cx="408701" cy="3993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838200" y="1219200"/>
            <a:ext cx="10515600" cy="250330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55312815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ottom bar">
            <a:extLst>
              <a:ext uri="{FF2B5EF4-FFF2-40B4-BE49-F238E27FC236}">
                <a16:creationId xmlns:a16="http://schemas.microsoft.com/office/drawing/2014/main" id="{FFFFD011-0D94-46EE-B45C-787FE82C3B5E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171748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20416"/>
            <a:ext cx="10515600" cy="8598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19199"/>
            <a:ext cx="10515600" cy="5066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541200"/>
            <a:ext cx="2743200" cy="3010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E633A8C-76D5-4808-BDE6-D24079A01856}" type="datetime3">
              <a:rPr lang="en-US" smtClean="0"/>
              <a:t>14 March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541200"/>
            <a:ext cx="4114800" cy="3010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DTU Aqua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00713" y="6541200"/>
            <a:ext cx="2743200" cy="3068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273" y="244005"/>
            <a:ext cx="419984" cy="612648"/>
          </a:xfrm>
          <a:prstGeom prst="rect">
            <a:avLst/>
          </a:prstGeom>
        </p:spPr>
      </p:pic>
      <p:sp>
        <p:nvSpPr>
          <p:cNvPr id="10" name="Top bar">
            <a:extLst>
              <a:ext uri="{FF2B5EF4-FFF2-40B4-BE49-F238E27FC236}">
                <a16:creationId xmlns:a16="http://schemas.microsoft.com/office/drawing/2014/main" id="{35912424-89BF-4A93-9096-3282916C71FE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171748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32205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rgbClr val="171748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600" kern="1200">
          <a:solidFill>
            <a:srgbClr val="17174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69913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−"/>
        <a:defRPr sz="2600" kern="1200">
          <a:solidFill>
            <a:srgbClr val="17174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66788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600" kern="1200">
          <a:solidFill>
            <a:srgbClr val="17174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8088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−"/>
        <a:defRPr sz="2600" kern="1200">
          <a:solidFill>
            <a:srgbClr val="17174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35113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2600" kern="1200">
          <a:solidFill>
            <a:srgbClr val="17174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F05D524-E9FD-4629-B411-72C1BB956E1E}" type="datetime3">
              <a:rPr lang="en-US" smtClean="0"/>
              <a:t>14 March 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DTU Aqua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540500"/>
            <a:ext cx="2743200" cy="307975"/>
          </a:xfrm>
        </p:spPr>
        <p:txBody>
          <a:bodyPr/>
          <a:lstStyle/>
          <a:p>
            <a:fld id="{6D22F896-40B5-4ADD-8801-0D06FADFA09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080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C73D147-FADF-4C8C-95C0-96471C0E59DA}" type="datetime3">
              <a:rPr lang="en-US" smtClean="0"/>
              <a:t>14 March 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DTU Aqua</a:t>
            </a:r>
            <a:endParaRPr lang="en-US" dirty="0"/>
          </a:p>
        </p:txBody>
      </p:sp>
      <p:sp>
        <p:nvSpPr>
          <p:cNvPr id="11" name="Table Placeholder 10"/>
          <p:cNvSpPr>
            <a:spLocks noGrp="1"/>
          </p:cNvSpPr>
          <p:nvPr>
            <p:ph type="tbl" sz="quarter" idx="13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01720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F05D524-E9FD-4629-B411-72C1BB956E1E}" type="datetime3">
              <a:rPr lang="en-US" smtClean="0"/>
              <a:t>14 March 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DTU Aqua</a:t>
            </a:r>
            <a:endParaRPr lang="en-US" dirty="0"/>
          </a:p>
        </p:txBody>
      </p:sp>
      <p:sp>
        <p:nvSpPr>
          <p:cNvPr id="10" name="Table Placeholder 9"/>
          <p:cNvSpPr>
            <a:spLocks noGrp="1"/>
          </p:cNvSpPr>
          <p:nvPr>
            <p:ph type="tbl" sz="quarter" idx="13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52713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540500"/>
            <a:ext cx="2743200" cy="307975"/>
          </a:xfrm>
        </p:spPr>
        <p:txBody>
          <a:bodyPr/>
          <a:lstStyle/>
          <a:p>
            <a:fld id="{6D22F896-40B5-4ADD-8801-0D06FADFA09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262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</TotalTime>
  <Words>13</Words>
  <Application>Microsoft Office PowerPoint</Application>
  <PresentationFormat>Widescreen</PresentationFormat>
  <Paragraphs>10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DTU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Vanessa Trijoulet</dc:creator>
  <cp:lastModifiedBy>Vanessa Trijoulet</cp:lastModifiedBy>
  <cp:revision>42</cp:revision>
  <dcterms:created xsi:type="dcterms:W3CDTF">2020-01-08T15:27:16Z</dcterms:created>
  <dcterms:modified xsi:type="dcterms:W3CDTF">2025-03-14T15:43:50Z</dcterms:modified>
</cp:coreProperties>
</file>